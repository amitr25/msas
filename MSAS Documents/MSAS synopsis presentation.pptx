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497" r:id="rId3"/>
    <p:sldId id="499" r:id="rId4"/>
    <p:sldId id="500" r:id="rId5"/>
    <p:sldId id="501" r:id="rId6"/>
    <p:sldId id="502" r:id="rId7"/>
    <p:sldId id="503" r:id="rId8"/>
    <p:sldId id="504" r:id="rId9"/>
    <p:sldId id="505" r:id="rId10"/>
    <p:sldId id="506" r:id="rId11"/>
    <p:sldId id="507" r:id="rId12"/>
    <p:sldId id="269" r:id="rId13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37" autoAdjust="0"/>
    <p:restoredTop sz="94660"/>
  </p:normalViewPr>
  <p:slideViewPr>
    <p:cSldViewPr>
      <p:cViewPr varScale="1">
        <p:scale>
          <a:sx n="97" d="100"/>
          <a:sy n="97" d="100"/>
        </p:scale>
        <p:origin x="547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gif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1955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Final 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791979"/>
              </p:ext>
            </p:extLst>
          </p:nvPr>
        </p:nvGraphicFramePr>
        <p:xfrm>
          <a:off x="1696134" y="3086002"/>
          <a:ext cx="6096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2443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244357">
                <a:tc>
                  <a:txBody>
                    <a:bodyPr/>
                    <a:lstStyle/>
                    <a:p>
                      <a:r>
                        <a:rPr lang="en-US" dirty="0"/>
                        <a:t>        2201010055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HITESH KUMAR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949598"/>
                  </a:ext>
                </a:extLst>
              </a:tr>
              <a:tr h="244357">
                <a:tc>
                  <a:txBody>
                    <a:bodyPr/>
                    <a:lstStyle/>
                    <a:p>
                      <a:r>
                        <a:rPr lang="en-US" dirty="0"/>
                        <a:t>        2201010056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AMIT RAJ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3750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524472" y="1245347"/>
            <a:ext cx="80079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Mini Secure Authentication System</a:t>
            </a:r>
            <a:endParaRPr lang="en-IN" sz="4000" b="1" dirty="0">
              <a:solidFill>
                <a:schemeClr val="accent6">
                  <a:lumMod val="75000"/>
                </a:schemeClr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Industry Mentor:</a:t>
            </a:r>
          </a:p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0EC6DE-CB95-8670-04B6-430236B1DAD2}"/>
              </a:ext>
            </a:extLst>
          </p:cNvPr>
          <p:cNvSpPr txBox="1"/>
          <p:nvPr/>
        </p:nvSpPr>
        <p:spPr>
          <a:xfrm>
            <a:off x="384271" y="1526825"/>
            <a:ext cx="392673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Mini Secure Authentication System </a:t>
            </a:r>
            <a:r>
              <a:rPr lang="en-US" dirty="0"/>
              <a:t>is designed to secure user login and identity verification.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protects user credentials using </a:t>
            </a:r>
            <a:r>
              <a:rPr lang="en-US" b="1" dirty="0"/>
              <a:t>cryptographic password hashing techniques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includes</a:t>
            </a:r>
            <a:r>
              <a:rPr lang="en-US" b="1" dirty="0"/>
              <a:t> Multi-Factor Authentication (MFA) </a:t>
            </a:r>
            <a:r>
              <a:rPr lang="en-US" dirty="0"/>
              <a:t>for an additional security layer.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Role-Based Access Control (RBAC)</a:t>
            </a:r>
            <a:r>
              <a:rPr lang="en-US" dirty="0"/>
              <a:t> is used to manage and restrict user permissions.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Token-based session management </a:t>
            </a:r>
            <a:r>
              <a:rPr lang="en-US" dirty="0"/>
              <a:t>ensures secure and controlled user sessions.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ECEA46-BD3B-7A89-0D8C-C76368AA08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125805"/>
            <a:ext cx="4214762" cy="539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E30B58-947C-4CC6-DA9C-33F5C0DCC01F}"/>
              </a:ext>
            </a:extLst>
          </p:cNvPr>
          <p:cNvSpPr txBox="1"/>
          <p:nvPr/>
        </p:nvSpPr>
        <p:spPr>
          <a:xfrm>
            <a:off x="917848" y="1595776"/>
            <a:ext cx="7344816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To design a secure authentication system for protecting user identities and system resources.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To securely store passwords using cryptographic hashing techniques.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To implement Multi-Factor Authentication (MFA) for an additional layer of security.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To enforce Role-Based Access Control (RBAC) to restrict access based on user roles.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To manage user sessions securely using token-based authentication.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31AB9E-3E24-784D-E4E4-A409C4DB7624}"/>
              </a:ext>
            </a:extLst>
          </p:cNvPr>
          <p:cNvSpPr txBox="1"/>
          <p:nvPr/>
        </p:nvSpPr>
        <p:spPr>
          <a:xfrm>
            <a:off x="837675" y="2011531"/>
            <a:ext cx="75051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Secure Password Hashing</a:t>
            </a:r>
            <a:r>
              <a:rPr lang="en-US" dirty="0"/>
              <a:t> – Passwords are stored using cryptographic hashing (no plaintext storage).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Multi-Factor Authentication (MFA)</a:t>
            </a:r>
            <a:r>
              <a:rPr lang="en-US" dirty="0"/>
              <a:t> – Adds an extra verification step during login.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Role-Based Access Control (RBAC) </a:t>
            </a:r>
            <a:r>
              <a:rPr lang="en-US" dirty="0"/>
              <a:t>– Users can access only authorized resources based on roles.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Token-Based Session Management </a:t>
            </a:r>
            <a:r>
              <a:rPr lang="en-US" dirty="0"/>
              <a:t>– Secure handling of user sessions without repeated logins.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Cryptography-Based Security </a:t>
            </a:r>
            <a:r>
              <a:rPr lang="en-US" dirty="0"/>
              <a:t>– Uses standard encryption techniques to protect sensitive </a:t>
            </a:r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1173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7B892E-8A4D-67E4-C890-ADB54EF815F8}"/>
              </a:ext>
            </a:extLst>
          </p:cNvPr>
          <p:cNvSpPr txBox="1"/>
          <p:nvPr/>
        </p:nvSpPr>
        <p:spPr>
          <a:xfrm>
            <a:off x="1043608" y="1405024"/>
            <a:ext cx="7488831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Project Use Cases: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Secure user registration and login for web and software applications.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Protected access control for different user roles (Admin / User).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Secure session handling for authenticated users using tokens.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Prevention of unauthorized access, credential theft, and misuse.</a:t>
            </a:r>
          </a:p>
          <a:p>
            <a:pPr>
              <a:buNone/>
            </a:pPr>
            <a:r>
              <a:rPr lang="en-US" sz="2000" b="1" dirty="0"/>
              <a:t>Project Scope: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Applicable to academic projects, web applications, and small-scale systems.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Can be extended to support enterprise systems, cloud platforms, and APIs.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Scalable for future enhancements like biometric authentication or advanced MFA.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Provides a reusable authentication framework for real-world security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277CAA-DB46-E724-1E32-AA6B56A177A6}"/>
              </a:ext>
            </a:extLst>
          </p:cNvPr>
          <p:cNvSpPr txBox="1"/>
          <p:nvPr/>
        </p:nvSpPr>
        <p:spPr>
          <a:xfrm>
            <a:off x="627068" y="1534378"/>
            <a:ext cx="367240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1.User Registration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User enters credentials.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Password is hashed using SHA-256 and stored securely.</a:t>
            </a:r>
          </a:p>
          <a:p>
            <a:pPr>
              <a:buNone/>
            </a:pPr>
            <a:r>
              <a:rPr lang="en-IN" b="1" dirty="0"/>
              <a:t>2.User 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User enters username &amp; password.</a:t>
            </a:r>
          </a:p>
          <a:p>
            <a:pPr>
              <a:buNone/>
            </a:pPr>
            <a:r>
              <a:rPr lang="en-IN" b="1" dirty="0"/>
              <a:t>3.Multi-Factor Authentication (MFA)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One-Time Password (OTP) is generated.</a:t>
            </a:r>
          </a:p>
          <a:p>
            <a:pPr>
              <a:buNone/>
            </a:pPr>
            <a:r>
              <a:rPr lang="en-IN" b="1" dirty="0"/>
              <a:t>4.Role-Based Access Control (RBAC)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User role (Admin / User) is checked.</a:t>
            </a:r>
          </a:p>
          <a:p>
            <a:pPr>
              <a:buNone/>
            </a:pPr>
            <a:r>
              <a:rPr lang="en-IN" b="1" dirty="0"/>
              <a:t>5.Token-Based Session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Secure token is generated.</a:t>
            </a:r>
          </a:p>
          <a:p>
            <a:endParaRPr lang="en-IN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4110CC9-AF69-2AFA-8C63-DC9C74EA3B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55976" y="1349480"/>
            <a:ext cx="4608512" cy="495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7A919E-7DB1-E6B8-D950-8901A88C816D}"/>
              </a:ext>
            </a:extLst>
          </p:cNvPr>
          <p:cNvSpPr txBox="1"/>
          <p:nvPr/>
        </p:nvSpPr>
        <p:spPr>
          <a:xfrm>
            <a:off x="611560" y="1333671"/>
            <a:ext cx="820891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1.Data 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input data such as username, password, and role information collected during registration and login.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Authentication data including hashed passwords, OTPs, and session tokens generated by the system.</a:t>
            </a:r>
          </a:p>
          <a:p>
            <a:r>
              <a:rPr lang="en-US" b="1" dirty="0"/>
              <a:t>2.Databases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Lightweight database to store user credentials, roles, and authentication tokens securely.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Passwords are stored only in hashed format, not in plaintext.</a:t>
            </a:r>
          </a:p>
          <a:p>
            <a:r>
              <a:rPr lang="en-US" b="1" dirty="0"/>
              <a:t>3.Software &amp;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for implementing authentication logic and security modules.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Cryptographic libraries for hashing and encryption (SHA-256, AES, RSA).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Development tools such as VS Code and local server environment for testing.</a:t>
            </a:r>
          </a:p>
          <a:p>
            <a:r>
              <a:rPr lang="en-US" b="1" dirty="0"/>
              <a:t>4.Hardware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 PC/Laptop used for development and testing.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specialized hardware required.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224559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9AC123-1FF4-759B-44D8-95C077A7D7D5}"/>
              </a:ext>
            </a:extLst>
          </p:cNvPr>
          <p:cNvSpPr txBox="1"/>
          <p:nvPr/>
        </p:nvSpPr>
        <p:spPr>
          <a:xfrm>
            <a:off x="601026" y="4048622"/>
            <a:ext cx="79171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Programming Language: </a:t>
            </a:r>
            <a:r>
              <a:rPr lang="en-IN" dirty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Cryptography: </a:t>
            </a:r>
            <a:r>
              <a:rPr lang="en-IN" dirty="0"/>
              <a:t>SHA-256 (hashing), AES &amp; RSA (encryption)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Authentication: </a:t>
            </a:r>
            <a:r>
              <a:rPr lang="en-IN" dirty="0"/>
              <a:t>Multi-Factor Authentication (OTP)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Authorization:</a:t>
            </a:r>
            <a:r>
              <a:rPr lang="en-IN" dirty="0"/>
              <a:t> Role-Based Access Control (RBAC)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Session Handling: </a:t>
            </a:r>
            <a:r>
              <a:rPr lang="en-IN" dirty="0"/>
              <a:t>Token-based 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Development Tools: </a:t>
            </a:r>
            <a:r>
              <a:rPr lang="en-IN" dirty="0"/>
              <a:t>VS Code, Local Server Environment</a:t>
            </a:r>
          </a:p>
          <a:p>
            <a:pPr algn="l"/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F0171A-DD55-FD4A-5252-5A88F9410443}"/>
              </a:ext>
            </a:extLst>
          </p:cNvPr>
          <p:cNvSpPr txBox="1"/>
          <p:nvPr/>
        </p:nvSpPr>
        <p:spPr>
          <a:xfrm>
            <a:off x="550999" y="900493"/>
            <a:ext cx="5976664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b="1" dirty="0"/>
          </a:p>
          <a:p>
            <a:r>
              <a:rPr lang="en-IN" sz="2000" b="1" dirty="0"/>
              <a:t>Approach Used: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layered </a:t>
            </a:r>
            <a:r>
              <a:rPr lang="en-US" b="1" dirty="0"/>
              <a:t>security approach </a:t>
            </a:r>
            <a:r>
              <a:rPr lang="en-US" dirty="0"/>
              <a:t>is used to protect user authentication.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Cryptographic techniques </a:t>
            </a:r>
            <a:r>
              <a:rPr lang="en-US" dirty="0"/>
              <a:t>secure user credentials and sensitive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Multi-Factor Authentication and Role-Based Access Control </a:t>
            </a:r>
            <a:r>
              <a:rPr lang="en-US" dirty="0"/>
              <a:t>ensure controlled and secure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Token-based session </a:t>
            </a:r>
            <a:r>
              <a:rPr lang="en-US" dirty="0"/>
              <a:t>management maintains secure user sessions.</a:t>
            </a:r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54128A-41EF-AD1F-BC9A-27DB095F713E}"/>
              </a:ext>
            </a:extLst>
          </p:cNvPr>
          <p:cNvSpPr txBox="1"/>
          <p:nvPr/>
        </p:nvSpPr>
        <p:spPr>
          <a:xfrm>
            <a:off x="971600" y="1598359"/>
            <a:ext cx="669674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system provides a secure authentication framework using cryptographic techniques.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User credentials are safely stored and verified, reducing the risk of password leakage.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Multi-Factor Authentication adds an additional security layer during login.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Role-Based Access Control ensures authorized access based on user roles.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Token-based session management enables secure and efficient session handling.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system minimizes unauthorized access and privilege misuse.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Overall, the project improves data security, system reliability, and user trust.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FC42AB-18CA-0963-DBE1-ABF7FDD5C215}"/>
              </a:ext>
            </a:extLst>
          </p:cNvPr>
          <p:cNvSpPr txBox="1"/>
          <p:nvPr/>
        </p:nvSpPr>
        <p:spPr>
          <a:xfrm>
            <a:off x="372039" y="1368144"/>
            <a:ext cx="877196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Phase 1: Requirement Analysis &amp; Design</a:t>
            </a:r>
          </a:p>
          <a:p>
            <a:r>
              <a:rPr lang="en-IN" b="1" dirty="0"/>
              <a:t>Duration:</a:t>
            </a:r>
            <a:r>
              <a:rPr lang="en-IN" dirty="0"/>
              <a:t> Week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Understanding authentication requirements and Designing architecture</a:t>
            </a:r>
          </a:p>
          <a:p>
            <a:r>
              <a:rPr lang="en-IN" b="1" dirty="0"/>
              <a:t>Phase 2: Core Authentication Development</a:t>
            </a:r>
          </a:p>
          <a:p>
            <a:r>
              <a:rPr lang="en-IN" b="1" dirty="0"/>
              <a:t>Duration:</a:t>
            </a:r>
            <a:r>
              <a:rPr lang="en-IN" dirty="0"/>
              <a:t> Week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User registration and login module and Password hashing using cryptographic techniques</a:t>
            </a:r>
          </a:p>
          <a:p>
            <a:r>
              <a:rPr lang="en-IN" b="1" dirty="0"/>
              <a:t>Phase 3: Security Enhancements</a:t>
            </a:r>
          </a:p>
          <a:p>
            <a:r>
              <a:rPr lang="en-IN" b="1" dirty="0"/>
              <a:t>Duration:</a:t>
            </a:r>
            <a:r>
              <a:rPr lang="en-IN" dirty="0"/>
              <a:t> Week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Multi-Factor Authentication (MFA) implementation and Role-Based Access Control (RBAC)</a:t>
            </a:r>
          </a:p>
          <a:p>
            <a:r>
              <a:rPr lang="en-IN" b="1" dirty="0"/>
              <a:t>Phase 4: Session Management &amp; Integration</a:t>
            </a:r>
          </a:p>
          <a:p>
            <a:r>
              <a:rPr lang="en-IN" b="1" dirty="0"/>
              <a:t>Duration:</a:t>
            </a:r>
            <a:r>
              <a:rPr lang="en-IN" dirty="0"/>
              <a:t> Week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Token-based session handling and Module integration and optimization</a:t>
            </a:r>
          </a:p>
          <a:p>
            <a:r>
              <a:rPr lang="en-IN" b="1" dirty="0"/>
              <a:t>Phase 5: Testing &amp; Documentation</a:t>
            </a:r>
          </a:p>
          <a:p>
            <a:r>
              <a:rPr lang="en-IN" b="1" dirty="0"/>
              <a:t>Duration:</a:t>
            </a:r>
            <a:r>
              <a:rPr lang="en-IN" dirty="0"/>
              <a:t> Week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System testing and validation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6262</TotalTime>
  <Words>884</Words>
  <Application>Microsoft Office PowerPoint</Application>
  <PresentationFormat>On-screen Show (4:3)</PresentationFormat>
  <Paragraphs>133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Cambria</vt:lpstr>
      <vt:lpstr>Garamond</vt:lpstr>
      <vt:lpstr>Söhne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amit raj</cp:lastModifiedBy>
  <cp:revision>308</cp:revision>
  <cp:lastPrinted>2022-09-05T08:43:44Z</cp:lastPrinted>
  <dcterms:created xsi:type="dcterms:W3CDTF">2020-01-16T09:05:56Z</dcterms:created>
  <dcterms:modified xsi:type="dcterms:W3CDTF">2026-01-25T10:19:02Z</dcterms:modified>
</cp:coreProperties>
</file>